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77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A87E77-0ECA-97C9-DAB6-2ABD9F1A77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49800D3-7D4C-AD07-2F70-611B5E641D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258DDE-3147-8546-CFDC-E697FD49A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BB649-05BF-4AE2-9E80-631E6E0D5124}" type="datetimeFigureOut">
              <a:rPr lang="zh-CN" altLang="en-US" smtClean="0"/>
              <a:t>2026.6.15.Mon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0CD1DF-D26A-D583-CD0C-8099B0449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1032FB-782F-395B-8407-AF64D8FFC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2FC6C-DD3B-4154-BF0A-C5C500977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1872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AE0A94-FF19-E89C-48D1-A5124397E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B73110-87E6-DEF4-A99A-47B61DE1A1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AB8D61-B71D-05F1-CC58-9A4471A4F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BB649-05BF-4AE2-9E80-631E6E0D5124}" type="datetimeFigureOut">
              <a:rPr lang="zh-CN" altLang="en-US" smtClean="0"/>
              <a:t>2026.6.15.Mon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E016EF-E2CA-ABA2-0739-03E194129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78C324-6867-5ADF-EBE7-71C8943CE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2FC6C-DD3B-4154-BF0A-C5C500977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5118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9CA14A-593E-4B97-B381-E675AF0A9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94F81D-376E-8C0C-D858-29D11A3B37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A7C8AD-9DF4-3758-1100-2CF2320B8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BB649-05BF-4AE2-9E80-631E6E0D5124}" type="datetimeFigureOut">
              <a:rPr lang="zh-CN" altLang="en-US" smtClean="0"/>
              <a:t>2026.6.15.Mon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A8EAEE-2742-6983-6515-75C6C742E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0EEB70-793A-E46D-1115-5B0D6AEC7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2FC6C-DD3B-4154-BF0A-C5C500977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9584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F4E58D-01CA-0C9F-9A45-3E177165E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0788B7-A1CB-6A6C-DB68-EAB2F55A14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D5C2AB8-C3FC-099A-4999-F9C2228399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761063-4015-396A-26AA-D02FFE0EF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BB649-05BF-4AE2-9E80-631E6E0D5124}" type="datetimeFigureOut">
              <a:rPr lang="zh-CN" altLang="en-US" smtClean="0"/>
              <a:t>2026.6.15.Mon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CBC6CC5-F173-26AE-232A-ABD56803B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CFA535B-60D0-7FB0-0184-893C46955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2FC6C-DD3B-4154-BF0A-C5C500977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4072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557723-427C-413C-055B-89E82F5D3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33548B-29E4-067C-D803-C2D687EEC1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F57621D-9E76-C72C-7C51-880B858065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235CBF4-998F-2594-2A9C-9A1CA9BE90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2DC6070-485D-0F84-2694-1EBF4083EE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4C5274A-C053-B643-95C6-12E79A259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BB649-05BF-4AE2-9E80-631E6E0D5124}" type="datetimeFigureOut">
              <a:rPr lang="zh-CN" altLang="en-US" smtClean="0"/>
              <a:t>2026.6.15.Mon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CABCB0A-6538-8C7A-B685-2EB57CFDA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A7A26F1-C613-C25B-A9FC-4D188F89E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2FC6C-DD3B-4154-BF0A-C5C500977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2885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F28F07-CAAB-C999-D248-7568752E9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F373A92-56B7-C92E-C1DF-F64DB4DD7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BB649-05BF-4AE2-9E80-631E6E0D5124}" type="datetimeFigureOut">
              <a:rPr lang="zh-CN" altLang="en-US" smtClean="0"/>
              <a:t>2026.6.15.Mon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EE07D74-ED7D-8508-502A-04E09B7FF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A0ABC82-DFAE-53A8-6D03-C4F5D7BC4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2FC6C-DD3B-4154-BF0A-C5C500977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57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E2C1E2A-13FF-77BB-7A38-718BB5774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BB649-05BF-4AE2-9E80-631E6E0D5124}" type="datetimeFigureOut">
              <a:rPr lang="zh-CN" altLang="en-US" smtClean="0"/>
              <a:t>2026.6.15.Mon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053C6DC-F993-7C14-B742-FD7828D5F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6CF70A-7515-B367-0827-E826074BE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2FC6C-DD3B-4154-BF0A-C5C500977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477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94358E-4F20-1D20-5AB7-C26D27D20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FE7585-1037-638A-32A8-16E627DC0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5DB659-71FF-4AA6-EE2C-F1F61FA4FB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DC204E7-8ABE-E4AA-0684-50E8F8122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BB649-05BF-4AE2-9E80-631E6E0D5124}" type="datetimeFigureOut">
              <a:rPr lang="zh-CN" altLang="en-US" smtClean="0"/>
              <a:t>2026.6.15.Mon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6EC58D7-4CA7-F62D-D4C1-6FCD67EB7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2E578CF-674A-03F5-3C82-AC8E78CC7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2FC6C-DD3B-4154-BF0A-C5C500977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1292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0BBD05-F5A4-0AF9-0D42-769C4F303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5FB9EDC-9414-2C7A-209E-F44D16A29B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52FC871-F552-5EBF-CA79-464E5C2F1A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A9A80A2-D71C-D068-8FC0-5D4335D97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BB649-05BF-4AE2-9E80-631E6E0D5124}" type="datetimeFigureOut">
              <a:rPr lang="zh-CN" altLang="en-US" smtClean="0"/>
              <a:t>2026.6.15.Mon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F73C1D7-0519-224D-D1BF-2BBB666E7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3379C89-89CB-50F1-0F3F-C9E316E15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2FC6C-DD3B-4154-BF0A-C5C500977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42280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3BC8D6-4935-A59B-D846-E3E1834F0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FAB14E1-21DC-8D02-8C48-3054E7C3EF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B5FD75-BF48-A4FE-BA6A-09C217F0C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BB649-05BF-4AE2-9E80-631E6E0D5124}" type="datetimeFigureOut">
              <a:rPr lang="zh-CN" altLang="en-US" smtClean="0"/>
              <a:t>2026.6.15.Mon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2D27F8-30F9-64E2-1851-5E6121617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6E97E0-521D-4FC4-CB03-8E14AA524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2FC6C-DD3B-4154-BF0A-C5C500977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084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5CD51A6-0532-B358-3AE6-D2BA611C14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FFCFEC1-7E62-9EF6-2CF4-6D2254202A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1327A9-4387-0D8E-EA92-4C9202E63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DBB649-05BF-4AE2-9E80-631E6E0D5124}" type="datetimeFigureOut">
              <a:rPr lang="zh-CN" altLang="en-US" smtClean="0"/>
              <a:t>2026.6.15.Mon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AD726C-483A-74EC-E6CB-C8234CB5D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ABDFA9-FCFC-48EF-75F4-9BDCF927E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22FC6C-DD3B-4154-BF0A-C5C500977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1067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A2BBDB7-61F5-8167-37CE-D354A20D1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A473F05-E291-28F3-66CD-4DBF91FE0E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EB1E57-237B-53AD-14C0-FFBFA31A67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DBB649-05BF-4AE2-9E80-631E6E0D5124}" type="datetimeFigureOut">
              <a:rPr lang="zh-CN" altLang="en-US" smtClean="0"/>
              <a:t>2026.6.15.Mon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E30B83-9406-5B0F-1B6C-24F83FDBF7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DB51E28-EEB9-8A8F-D3F1-705A062C2B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22FC6C-DD3B-4154-BF0A-C5C500977B7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383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88EA85F-0CD0-29A6-7404-344740605926}"/>
              </a:ext>
            </a:extLst>
          </p:cNvPr>
          <p:cNvSpPr/>
          <p:nvPr/>
        </p:nvSpPr>
        <p:spPr>
          <a:xfrm>
            <a:off x="108668" y="157970"/>
            <a:ext cx="11974664" cy="61700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AnyMath </a:t>
            </a:r>
            <a:r>
              <a:rPr lang="zh-CN" altLang="en-US">
                <a:solidFill>
                  <a:schemeClr val="tx1"/>
                </a:solidFill>
              </a:rPr>
              <a:t>的框图建模环境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D3F17D6-FE66-1FE5-17DB-4466DEC541CA}"/>
              </a:ext>
            </a:extLst>
          </p:cNvPr>
          <p:cNvSpPr/>
          <p:nvPr/>
        </p:nvSpPr>
        <p:spPr>
          <a:xfrm>
            <a:off x="108669" y="1861387"/>
            <a:ext cx="2005476" cy="42022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just"/>
            <a:r>
              <a:rPr lang="zh-CN" altLang="zh-CN">
                <a:solidFill>
                  <a:schemeClr val="tx1"/>
                </a:solidFill>
              </a:rPr>
              <a:t>模块化建模与快速原型构建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4042796-0DC1-EE7B-A229-380FAA321C51}"/>
              </a:ext>
            </a:extLst>
          </p:cNvPr>
          <p:cNvSpPr/>
          <p:nvPr/>
        </p:nvSpPr>
        <p:spPr>
          <a:xfrm>
            <a:off x="203901" y="2787714"/>
            <a:ext cx="1812897" cy="457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>
                <a:solidFill>
                  <a:schemeClr val="tx1"/>
                </a:solidFill>
              </a:rPr>
              <a:t>连接线相互连接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1278A3F-5EC8-BB6A-AD3C-3B44AD154B84}"/>
              </a:ext>
            </a:extLst>
          </p:cNvPr>
          <p:cNvSpPr/>
          <p:nvPr/>
        </p:nvSpPr>
        <p:spPr>
          <a:xfrm>
            <a:off x="203899" y="3424677"/>
            <a:ext cx="1812897" cy="457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>
                <a:solidFill>
                  <a:schemeClr val="tx1"/>
                </a:solidFill>
              </a:rPr>
              <a:t>拖拽模块至画布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75DC716-78AB-BAE0-081C-E4DD64DFA4BF}"/>
              </a:ext>
            </a:extLst>
          </p:cNvPr>
          <p:cNvSpPr/>
          <p:nvPr/>
        </p:nvSpPr>
        <p:spPr>
          <a:xfrm>
            <a:off x="203899" y="4061640"/>
            <a:ext cx="1812897" cy="457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>
                <a:solidFill>
                  <a:schemeClr val="tx1"/>
                </a:solidFill>
              </a:rPr>
              <a:t>块参数可配置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6EE6B5D-F86C-AE64-4539-55085DDDAA32}"/>
              </a:ext>
            </a:extLst>
          </p:cNvPr>
          <p:cNvSpPr/>
          <p:nvPr/>
        </p:nvSpPr>
        <p:spPr>
          <a:xfrm>
            <a:off x="203898" y="4698603"/>
            <a:ext cx="1812897" cy="457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>
                <a:solidFill>
                  <a:schemeClr val="tx1"/>
                </a:solidFill>
              </a:rPr>
              <a:t>支持表达式设置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99AB23D-9AF1-63D7-44B8-50806DB206DD}"/>
              </a:ext>
            </a:extLst>
          </p:cNvPr>
          <p:cNvSpPr/>
          <p:nvPr/>
        </p:nvSpPr>
        <p:spPr>
          <a:xfrm>
            <a:off x="203898" y="5335566"/>
            <a:ext cx="1812897" cy="457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……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1661579-47F9-6DD6-6160-58C32900A7B4}"/>
              </a:ext>
            </a:extLst>
          </p:cNvPr>
          <p:cNvSpPr/>
          <p:nvPr/>
        </p:nvSpPr>
        <p:spPr>
          <a:xfrm>
            <a:off x="2600570" y="1861548"/>
            <a:ext cx="2005476" cy="42022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just"/>
            <a:r>
              <a:rPr lang="zh-CN" altLang="zh-CN">
                <a:solidFill>
                  <a:schemeClr val="tx1"/>
                </a:solidFill>
              </a:rPr>
              <a:t>面向物理系统的多域建模能力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541DBE1-7A99-283B-1222-5270BD339945}"/>
              </a:ext>
            </a:extLst>
          </p:cNvPr>
          <p:cNvSpPr/>
          <p:nvPr/>
        </p:nvSpPr>
        <p:spPr>
          <a:xfrm>
            <a:off x="2695802" y="2787875"/>
            <a:ext cx="1812897" cy="457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>
                <a:solidFill>
                  <a:schemeClr val="tx1"/>
                </a:solidFill>
              </a:rPr>
              <a:t>真实物理模块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A74649A-4EA0-6735-5960-7047D99312C8}"/>
              </a:ext>
            </a:extLst>
          </p:cNvPr>
          <p:cNvSpPr/>
          <p:nvPr/>
        </p:nvSpPr>
        <p:spPr>
          <a:xfrm>
            <a:off x="2695800" y="3424838"/>
            <a:ext cx="1812897" cy="457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>
                <a:solidFill>
                  <a:schemeClr val="tx1"/>
                </a:solidFill>
              </a:rPr>
              <a:t>双向物理连接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DDB53E7-D824-EB78-F218-3E90E161F514}"/>
              </a:ext>
            </a:extLst>
          </p:cNvPr>
          <p:cNvSpPr/>
          <p:nvPr/>
        </p:nvSpPr>
        <p:spPr>
          <a:xfrm>
            <a:off x="2695800" y="4061801"/>
            <a:ext cx="1812897" cy="457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>
                <a:solidFill>
                  <a:schemeClr val="tx1"/>
                </a:solidFill>
              </a:rPr>
              <a:t>物理系统模型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D0A34A2-3821-4875-B9EF-42CFC4C0E4F4}"/>
              </a:ext>
            </a:extLst>
          </p:cNvPr>
          <p:cNvSpPr/>
          <p:nvPr/>
        </p:nvSpPr>
        <p:spPr>
          <a:xfrm>
            <a:off x="2695799" y="4698764"/>
            <a:ext cx="1812897" cy="457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solidFill>
                  <a:schemeClr val="tx1"/>
                </a:solidFill>
              </a:rPr>
              <a:t>自</a:t>
            </a:r>
            <a:r>
              <a:rPr lang="zh-CN" altLang="zh-CN">
                <a:solidFill>
                  <a:schemeClr val="tx1"/>
                </a:solidFill>
              </a:rPr>
              <a:t>动描述方程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B0C4BF5A-43D6-2F27-F3DC-C9A890D85B5C}"/>
              </a:ext>
            </a:extLst>
          </p:cNvPr>
          <p:cNvSpPr/>
          <p:nvPr/>
        </p:nvSpPr>
        <p:spPr>
          <a:xfrm>
            <a:off x="2695799" y="5335727"/>
            <a:ext cx="1812897" cy="457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……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3C359DE-2B8A-C0B0-000F-BBA0F78B32E5}"/>
              </a:ext>
            </a:extLst>
          </p:cNvPr>
          <p:cNvSpPr/>
          <p:nvPr/>
        </p:nvSpPr>
        <p:spPr>
          <a:xfrm>
            <a:off x="5092471" y="1861387"/>
            <a:ext cx="2005476" cy="42022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just"/>
            <a:r>
              <a:rPr lang="zh-CN" altLang="zh-CN">
                <a:solidFill>
                  <a:schemeClr val="tx1"/>
                </a:solidFill>
              </a:rPr>
              <a:t>分层建模与模型架构管理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8DD7251-F432-7826-2408-801CE2C74D49}"/>
              </a:ext>
            </a:extLst>
          </p:cNvPr>
          <p:cNvSpPr/>
          <p:nvPr/>
        </p:nvSpPr>
        <p:spPr>
          <a:xfrm>
            <a:off x="5187703" y="2787714"/>
            <a:ext cx="1812897" cy="457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>
                <a:solidFill>
                  <a:schemeClr val="tx1"/>
                </a:solidFill>
              </a:rPr>
              <a:t>子系统模块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6DFC892-FACE-08DA-0B98-633F91EDC19A}"/>
              </a:ext>
            </a:extLst>
          </p:cNvPr>
          <p:cNvSpPr/>
          <p:nvPr/>
        </p:nvSpPr>
        <p:spPr>
          <a:xfrm>
            <a:off x="5187701" y="3424677"/>
            <a:ext cx="1812897" cy="457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>
                <a:solidFill>
                  <a:schemeClr val="tx1"/>
                </a:solidFill>
              </a:rPr>
              <a:t>控制流建模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EFC3222C-0C45-43FE-2B29-FE5B210F6A73}"/>
              </a:ext>
            </a:extLst>
          </p:cNvPr>
          <p:cNvSpPr/>
          <p:nvPr/>
        </p:nvSpPr>
        <p:spPr>
          <a:xfrm>
            <a:off x="5187701" y="4061640"/>
            <a:ext cx="1812897" cy="457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>
                <a:solidFill>
                  <a:schemeClr val="tx1"/>
                </a:solidFill>
              </a:rPr>
              <a:t>作为独立对象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64C13F92-7CE2-4472-62F6-F4B688E1655A}"/>
              </a:ext>
            </a:extLst>
          </p:cNvPr>
          <p:cNvSpPr/>
          <p:nvPr/>
        </p:nvSpPr>
        <p:spPr>
          <a:xfrm>
            <a:off x="5187700" y="4698603"/>
            <a:ext cx="1812897" cy="457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>
                <a:solidFill>
                  <a:schemeClr val="tx1"/>
                </a:solidFill>
              </a:rPr>
              <a:t>模块化重用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EB92A4D-0E10-D8CF-0063-AFF11AC98DE7}"/>
              </a:ext>
            </a:extLst>
          </p:cNvPr>
          <p:cNvSpPr/>
          <p:nvPr/>
        </p:nvSpPr>
        <p:spPr>
          <a:xfrm>
            <a:off x="5187700" y="5335566"/>
            <a:ext cx="1812897" cy="457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……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8F396DA-4FB8-8741-F768-A9295D3BC6F4}"/>
              </a:ext>
            </a:extLst>
          </p:cNvPr>
          <p:cNvSpPr/>
          <p:nvPr/>
        </p:nvSpPr>
        <p:spPr>
          <a:xfrm>
            <a:off x="7584372" y="1855225"/>
            <a:ext cx="2005476" cy="42022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just"/>
            <a:r>
              <a:rPr lang="zh-CN" altLang="zh-CN">
                <a:solidFill>
                  <a:schemeClr val="tx1"/>
                </a:solidFill>
              </a:rPr>
              <a:t>代码生成与嵌入式部署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F75EA584-4F90-8177-E20A-914246ACE2D6}"/>
              </a:ext>
            </a:extLst>
          </p:cNvPr>
          <p:cNvSpPr/>
          <p:nvPr/>
        </p:nvSpPr>
        <p:spPr>
          <a:xfrm>
            <a:off x="7679604" y="2781552"/>
            <a:ext cx="1812897" cy="457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>
                <a:solidFill>
                  <a:schemeClr val="tx1"/>
                </a:solidFill>
              </a:rPr>
              <a:t>代码生成器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C8A75AB1-CDAA-0543-12D9-E46B9383C355}"/>
              </a:ext>
            </a:extLst>
          </p:cNvPr>
          <p:cNvSpPr/>
          <p:nvPr/>
        </p:nvSpPr>
        <p:spPr>
          <a:xfrm>
            <a:off x="7679602" y="3418515"/>
            <a:ext cx="1812897" cy="457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>
                <a:solidFill>
                  <a:schemeClr val="tx1"/>
                </a:solidFill>
              </a:rPr>
              <a:t>生成</a:t>
            </a:r>
            <a:r>
              <a:rPr lang="en-US" altLang="zh-CN">
                <a:solidFill>
                  <a:schemeClr val="tx1"/>
                </a:solidFill>
              </a:rPr>
              <a:t> C </a:t>
            </a:r>
            <a:r>
              <a:rPr lang="zh-CN" altLang="zh-CN">
                <a:solidFill>
                  <a:schemeClr val="tx1"/>
                </a:solidFill>
              </a:rPr>
              <a:t>代码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61373019-8635-42B3-84C5-0FFDC2BF11FA}"/>
              </a:ext>
            </a:extLst>
          </p:cNvPr>
          <p:cNvSpPr/>
          <p:nvPr/>
        </p:nvSpPr>
        <p:spPr>
          <a:xfrm>
            <a:off x="7679602" y="4055478"/>
            <a:ext cx="1812897" cy="457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>
                <a:solidFill>
                  <a:schemeClr val="tx1"/>
                </a:solidFill>
              </a:rPr>
              <a:t>支持定点数据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64A48CE0-C0E8-538C-3989-25776F9716D9}"/>
              </a:ext>
            </a:extLst>
          </p:cNvPr>
          <p:cNvSpPr/>
          <p:nvPr/>
        </p:nvSpPr>
        <p:spPr>
          <a:xfrm>
            <a:off x="7679601" y="4692441"/>
            <a:ext cx="1812897" cy="457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>
                <a:solidFill>
                  <a:schemeClr val="tx1"/>
                </a:solidFill>
              </a:rPr>
              <a:t>通过结构体存储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9C230530-B3D7-F7BC-7097-3B6840A9AC95}"/>
              </a:ext>
            </a:extLst>
          </p:cNvPr>
          <p:cNvSpPr/>
          <p:nvPr/>
        </p:nvSpPr>
        <p:spPr>
          <a:xfrm>
            <a:off x="7679601" y="5329404"/>
            <a:ext cx="1812897" cy="457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……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A503B7BA-72F0-3A5A-9460-5F6A2973898F}"/>
              </a:ext>
            </a:extLst>
          </p:cNvPr>
          <p:cNvSpPr/>
          <p:nvPr/>
        </p:nvSpPr>
        <p:spPr>
          <a:xfrm>
            <a:off x="10077855" y="1861387"/>
            <a:ext cx="2005476" cy="42022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1"/>
          <a:lstStyle/>
          <a:p>
            <a:pPr algn="just"/>
            <a:r>
              <a:rPr lang="zh-CN" altLang="zh-CN">
                <a:solidFill>
                  <a:schemeClr val="tx1"/>
                </a:solidFill>
              </a:rPr>
              <a:t>信号级调试与可视化分析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C9CD0186-33E1-3058-E57D-DAD972F72606}"/>
              </a:ext>
            </a:extLst>
          </p:cNvPr>
          <p:cNvSpPr/>
          <p:nvPr/>
        </p:nvSpPr>
        <p:spPr>
          <a:xfrm>
            <a:off x="10173088" y="2787714"/>
            <a:ext cx="1812894" cy="457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>
                <a:solidFill>
                  <a:schemeClr val="tx1"/>
                </a:solidFill>
              </a:rPr>
              <a:t>屏蔽</a:t>
            </a:r>
            <a:r>
              <a:rPr lang="zh-CN" altLang="en-US">
                <a:solidFill>
                  <a:schemeClr val="tx1"/>
                </a:solidFill>
              </a:rPr>
              <a:t>部分</a:t>
            </a:r>
            <a:r>
              <a:rPr lang="zh-CN" altLang="zh-CN">
                <a:solidFill>
                  <a:schemeClr val="tx1"/>
                </a:solidFill>
              </a:rPr>
              <a:t>模块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BBD49F1D-E63C-8A10-1353-095EF95FF294}"/>
              </a:ext>
            </a:extLst>
          </p:cNvPr>
          <p:cNvSpPr/>
          <p:nvPr/>
        </p:nvSpPr>
        <p:spPr>
          <a:xfrm>
            <a:off x="10173085" y="3424677"/>
            <a:ext cx="1812897" cy="457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>
                <a:solidFill>
                  <a:schemeClr val="tx1"/>
                </a:solidFill>
              </a:rPr>
              <a:t>增量式调试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4D1803B8-BF8C-A2B6-C68C-EEA6BCD63B4A}"/>
              </a:ext>
            </a:extLst>
          </p:cNvPr>
          <p:cNvSpPr/>
          <p:nvPr/>
        </p:nvSpPr>
        <p:spPr>
          <a:xfrm>
            <a:off x="10173085" y="4061640"/>
            <a:ext cx="1812897" cy="457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>
                <a:solidFill>
                  <a:schemeClr val="tx1"/>
                </a:solidFill>
              </a:rPr>
              <a:t>多变量模型开发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EEB1123A-C6C2-EAA9-9ED9-2D2F4DE37B05}"/>
              </a:ext>
            </a:extLst>
          </p:cNvPr>
          <p:cNvSpPr/>
          <p:nvPr/>
        </p:nvSpPr>
        <p:spPr>
          <a:xfrm>
            <a:off x="10173084" y="4698603"/>
            <a:ext cx="1812897" cy="457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>
                <a:solidFill>
                  <a:schemeClr val="tx1"/>
                </a:solidFill>
              </a:rPr>
              <a:t>绘图模块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A0A02556-6590-D801-C0E9-08C36073AE8E}"/>
              </a:ext>
            </a:extLst>
          </p:cNvPr>
          <p:cNvSpPr/>
          <p:nvPr/>
        </p:nvSpPr>
        <p:spPr>
          <a:xfrm>
            <a:off x="10173084" y="5335566"/>
            <a:ext cx="1812897" cy="4572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tx1"/>
                </a:solidFill>
              </a:rPr>
              <a:t>……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39AFF83D-5084-B061-C07B-B7A3E4C1305A}"/>
              </a:ext>
            </a:extLst>
          </p:cNvPr>
          <p:cNvCxnSpPr/>
          <p:nvPr/>
        </p:nvCxnSpPr>
        <p:spPr>
          <a:xfrm>
            <a:off x="6096000" y="848616"/>
            <a:ext cx="0" cy="9472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1EE95C97-F2B7-7072-A565-2D27F8E096BF}"/>
              </a:ext>
            </a:extLst>
          </p:cNvPr>
          <p:cNvCxnSpPr/>
          <p:nvPr/>
        </p:nvCxnSpPr>
        <p:spPr>
          <a:xfrm>
            <a:off x="8590316" y="848616"/>
            <a:ext cx="0" cy="9472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3" name="直接箭头连接符 62">
            <a:extLst>
              <a:ext uri="{FF2B5EF4-FFF2-40B4-BE49-F238E27FC236}">
                <a16:creationId xmlns:a16="http://schemas.microsoft.com/office/drawing/2014/main" id="{9A8C6886-6A87-E8EB-DB4A-F878085B1871}"/>
              </a:ext>
            </a:extLst>
          </p:cNvPr>
          <p:cNvCxnSpPr/>
          <p:nvPr/>
        </p:nvCxnSpPr>
        <p:spPr>
          <a:xfrm>
            <a:off x="11057223" y="848616"/>
            <a:ext cx="0" cy="9472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5982603D-344D-8A42-94EF-11043824BE05}"/>
              </a:ext>
            </a:extLst>
          </p:cNvPr>
          <p:cNvCxnSpPr/>
          <p:nvPr/>
        </p:nvCxnSpPr>
        <p:spPr>
          <a:xfrm>
            <a:off x="3590719" y="848616"/>
            <a:ext cx="0" cy="9472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F9F339D0-C6B6-B997-AE98-4ED556B2A61A}"/>
              </a:ext>
            </a:extLst>
          </p:cNvPr>
          <p:cNvCxnSpPr/>
          <p:nvPr/>
        </p:nvCxnSpPr>
        <p:spPr>
          <a:xfrm>
            <a:off x="1084343" y="848616"/>
            <a:ext cx="0" cy="9472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26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98</Words>
  <Application>Microsoft Office PowerPoint</Application>
  <PresentationFormat>宽屏</PresentationFormat>
  <Paragraphs>31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Chenyang Wei</dc:creator>
  <cp:lastModifiedBy>Chenyang Wei</cp:lastModifiedBy>
  <cp:revision>3</cp:revision>
  <dcterms:created xsi:type="dcterms:W3CDTF">2026-06-15T07:27:41Z</dcterms:created>
  <dcterms:modified xsi:type="dcterms:W3CDTF">2026-06-15T07:50:12Z</dcterms:modified>
</cp:coreProperties>
</file>